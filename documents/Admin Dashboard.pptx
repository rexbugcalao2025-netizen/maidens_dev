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C9BB5-BC0D-EFBB-E3AD-02440CE11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B7DCB2-D7B8-938B-703C-5F191BB092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8" indent="0" algn="ctr">
              <a:buNone/>
              <a:defRPr sz="2000"/>
            </a:lvl2pPr>
            <a:lvl3pPr marL="914375" indent="0" algn="ctr">
              <a:buNone/>
              <a:defRPr sz="1800"/>
            </a:lvl3pPr>
            <a:lvl4pPr marL="1371563" indent="0" algn="ctr">
              <a:buNone/>
              <a:defRPr sz="1600"/>
            </a:lvl4pPr>
            <a:lvl5pPr marL="1828750" indent="0" algn="ctr">
              <a:buNone/>
              <a:defRPr sz="1600"/>
            </a:lvl5pPr>
            <a:lvl6pPr marL="2285938" indent="0" algn="ctr">
              <a:buNone/>
              <a:defRPr sz="1600"/>
            </a:lvl6pPr>
            <a:lvl7pPr marL="2743125" indent="0" algn="ctr">
              <a:buNone/>
              <a:defRPr sz="1600"/>
            </a:lvl7pPr>
            <a:lvl8pPr marL="3200312" indent="0" algn="ctr">
              <a:buNone/>
              <a:defRPr sz="1600"/>
            </a:lvl8pPr>
            <a:lvl9pPr marL="365749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B1B30-03AC-CB81-894B-E3CC7DB55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092A1-5949-4351-9596-AF5AB0D0E483}" type="datetimeFigureOut">
              <a:rPr lang="en-PH" smtClean="0"/>
              <a:t>Feb/16/2026/Mon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65840-B8F9-1273-E106-3E3FFBC50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86965-B1DF-1CCA-BDF4-28C33C711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D33E8-BC7E-414E-ABA4-B58B2241A07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16198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9DAE7-EC4D-6C4E-EBDA-B2383578B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A12F1-0DF8-C20C-5D4C-DE2D8EB09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C3528-2508-5411-75C4-F82E75108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092A1-5949-4351-9596-AF5AB0D0E483}" type="datetimeFigureOut">
              <a:rPr lang="en-PH" smtClean="0"/>
              <a:t>Feb/16/2026/Mon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50DA4-4909-2E5A-CAF1-2641E99FA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89E33-547C-8EE7-A3B3-B999ABAE4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D33E8-BC7E-414E-ABA4-B58B2241A07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85126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552BD-4384-C5DD-6138-460B18CBE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B45FC-8A74-1A4E-C43C-6001B0F7C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8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5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38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25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12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49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B1E9D-70E9-2B59-5F58-14D6F216D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092A1-5949-4351-9596-AF5AB0D0E483}" type="datetimeFigureOut">
              <a:rPr lang="en-PH" smtClean="0"/>
              <a:t>Feb/16/2026/Mon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FA390-9D48-AA7C-2EA1-15C21C7B7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3D24A-ADA3-77F4-799E-6485522FC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D33E8-BC7E-414E-ABA4-B58B2241A07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71729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A773E-BFF7-8DD8-D31B-8A42FE750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FF1C4-C093-6658-680A-AFDE075E5E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9B0CD8-DCB8-F962-329F-2B1C8EE55F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4EE29B-ABE6-A0F2-2B0E-7635DC9C4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092A1-5949-4351-9596-AF5AB0D0E483}" type="datetimeFigureOut">
              <a:rPr lang="en-PH" smtClean="0"/>
              <a:t>Feb/16/2026/Mon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E6666B-34D1-1D41-EE05-450867BC8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D44FC-E587-081F-9684-9444BCE22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D33E8-BC7E-414E-ABA4-B58B2241A07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11970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FCA4F-5F74-4C4F-01EB-3F10B4E8F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F3361-12C8-4054-6CC0-B08F46D5F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8" indent="0">
              <a:buNone/>
              <a:defRPr sz="2000" b="1"/>
            </a:lvl2pPr>
            <a:lvl3pPr marL="914375" indent="0">
              <a:buNone/>
              <a:defRPr sz="1800" b="1"/>
            </a:lvl3pPr>
            <a:lvl4pPr marL="1371563" indent="0">
              <a:buNone/>
              <a:defRPr sz="1600" b="1"/>
            </a:lvl4pPr>
            <a:lvl5pPr marL="1828750" indent="0">
              <a:buNone/>
              <a:defRPr sz="1600" b="1"/>
            </a:lvl5pPr>
            <a:lvl6pPr marL="2285938" indent="0">
              <a:buNone/>
              <a:defRPr sz="1600" b="1"/>
            </a:lvl6pPr>
            <a:lvl7pPr marL="2743125" indent="0">
              <a:buNone/>
              <a:defRPr sz="1600" b="1"/>
            </a:lvl7pPr>
            <a:lvl8pPr marL="3200312" indent="0">
              <a:buNone/>
              <a:defRPr sz="1600" b="1"/>
            </a:lvl8pPr>
            <a:lvl9pPr marL="365749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390CAA-3D55-6695-3F50-B0EC82CE8D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A3E45D-7A1B-72C0-42E7-C1CCDFA797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8" indent="0">
              <a:buNone/>
              <a:defRPr sz="2000" b="1"/>
            </a:lvl2pPr>
            <a:lvl3pPr marL="914375" indent="0">
              <a:buNone/>
              <a:defRPr sz="1800" b="1"/>
            </a:lvl3pPr>
            <a:lvl4pPr marL="1371563" indent="0">
              <a:buNone/>
              <a:defRPr sz="1600" b="1"/>
            </a:lvl4pPr>
            <a:lvl5pPr marL="1828750" indent="0">
              <a:buNone/>
              <a:defRPr sz="1600" b="1"/>
            </a:lvl5pPr>
            <a:lvl6pPr marL="2285938" indent="0">
              <a:buNone/>
              <a:defRPr sz="1600" b="1"/>
            </a:lvl6pPr>
            <a:lvl7pPr marL="2743125" indent="0">
              <a:buNone/>
              <a:defRPr sz="1600" b="1"/>
            </a:lvl7pPr>
            <a:lvl8pPr marL="3200312" indent="0">
              <a:buNone/>
              <a:defRPr sz="1600" b="1"/>
            </a:lvl8pPr>
            <a:lvl9pPr marL="365749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F5AE7F-DAE6-BC9E-32D3-E7AE556A07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AD642A-C166-7A43-E083-9439014ED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092A1-5949-4351-9596-AF5AB0D0E483}" type="datetimeFigureOut">
              <a:rPr lang="en-PH" smtClean="0"/>
              <a:t>Feb/16/2026/Mon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60E95F-7475-473B-0812-2B1BC7B86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EE3F56-E513-B44C-DEC7-1288A6224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D33E8-BC7E-414E-ABA4-B58B2241A07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68147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9571C-6249-529B-F404-E1320432C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A596CC-AC68-A088-89C3-9A1AB2D51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092A1-5949-4351-9596-AF5AB0D0E483}" type="datetimeFigureOut">
              <a:rPr lang="en-PH" smtClean="0"/>
              <a:t>Feb/16/2026/Mon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A15EC-7388-D457-886E-4ED85DFC9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40B355-CDBC-CD08-1E60-193E2161C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D33E8-BC7E-414E-ABA4-B58B2241A07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45001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AA3E65-AB4E-FA90-A97E-B1395BC6C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092A1-5949-4351-9596-AF5AB0D0E483}" type="datetimeFigureOut">
              <a:rPr lang="en-PH" smtClean="0"/>
              <a:t>Feb/16/2026/Mon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B91BC0-E139-28EC-FC09-FB3C6E1B6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963105-F93B-B6AC-AF87-AF4FDD452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D33E8-BC7E-414E-ABA4-B58B2241A07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07618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A3ABD-82E7-6B3B-C75E-8C1ACB77D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24EB7-B484-BA15-0536-E23665FFC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B79672-3BD0-6274-89EF-F7E51D23C4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8" indent="0">
              <a:buNone/>
              <a:defRPr sz="1400"/>
            </a:lvl2pPr>
            <a:lvl3pPr marL="914375" indent="0">
              <a:buNone/>
              <a:defRPr sz="1200"/>
            </a:lvl3pPr>
            <a:lvl4pPr marL="1371563" indent="0">
              <a:buNone/>
              <a:defRPr sz="1000"/>
            </a:lvl4pPr>
            <a:lvl5pPr marL="1828750" indent="0">
              <a:buNone/>
              <a:defRPr sz="1000"/>
            </a:lvl5pPr>
            <a:lvl6pPr marL="2285938" indent="0">
              <a:buNone/>
              <a:defRPr sz="1000"/>
            </a:lvl6pPr>
            <a:lvl7pPr marL="2743125" indent="0">
              <a:buNone/>
              <a:defRPr sz="1000"/>
            </a:lvl7pPr>
            <a:lvl8pPr marL="3200312" indent="0">
              <a:buNone/>
              <a:defRPr sz="1000"/>
            </a:lvl8pPr>
            <a:lvl9pPr marL="365749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FAFB54-11CF-17DB-81F5-C6D7C1CB0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092A1-5949-4351-9596-AF5AB0D0E483}" type="datetimeFigureOut">
              <a:rPr lang="en-PH" smtClean="0"/>
              <a:t>Feb/16/2026/Mon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68A82D-9391-5C11-7485-875F3F557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B65D-8AC0-98B0-48A7-ADB78363D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D33E8-BC7E-414E-ABA4-B58B2241A07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75677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BA4A8-FFDD-08E2-123A-1362A1117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ED5BCC-B1CE-DE41-12B7-0C42A49B84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8" indent="0">
              <a:buNone/>
              <a:defRPr sz="2800"/>
            </a:lvl2pPr>
            <a:lvl3pPr marL="914375" indent="0">
              <a:buNone/>
              <a:defRPr sz="2400"/>
            </a:lvl3pPr>
            <a:lvl4pPr marL="1371563" indent="0">
              <a:buNone/>
              <a:defRPr sz="2000"/>
            </a:lvl4pPr>
            <a:lvl5pPr marL="1828750" indent="0">
              <a:buNone/>
              <a:defRPr sz="2000"/>
            </a:lvl5pPr>
            <a:lvl6pPr marL="2285938" indent="0">
              <a:buNone/>
              <a:defRPr sz="2000"/>
            </a:lvl6pPr>
            <a:lvl7pPr marL="2743125" indent="0">
              <a:buNone/>
              <a:defRPr sz="2000"/>
            </a:lvl7pPr>
            <a:lvl8pPr marL="3200312" indent="0">
              <a:buNone/>
              <a:defRPr sz="2000"/>
            </a:lvl8pPr>
            <a:lvl9pPr marL="3657499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F49405-8565-0343-D794-6CF58B36F0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8" indent="0">
              <a:buNone/>
              <a:defRPr sz="1400"/>
            </a:lvl2pPr>
            <a:lvl3pPr marL="914375" indent="0">
              <a:buNone/>
              <a:defRPr sz="1200"/>
            </a:lvl3pPr>
            <a:lvl4pPr marL="1371563" indent="0">
              <a:buNone/>
              <a:defRPr sz="1000"/>
            </a:lvl4pPr>
            <a:lvl5pPr marL="1828750" indent="0">
              <a:buNone/>
              <a:defRPr sz="1000"/>
            </a:lvl5pPr>
            <a:lvl6pPr marL="2285938" indent="0">
              <a:buNone/>
              <a:defRPr sz="1000"/>
            </a:lvl6pPr>
            <a:lvl7pPr marL="2743125" indent="0">
              <a:buNone/>
              <a:defRPr sz="1000"/>
            </a:lvl7pPr>
            <a:lvl8pPr marL="3200312" indent="0">
              <a:buNone/>
              <a:defRPr sz="1000"/>
            </a:lvl8pPr>
            <a:lvl9pPr marL="365749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38EF28-D3EE-134C-7DF7-1CF447A89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092A1-5949-4351-9596-AF5AB0D0E483}" type="datetimeFigureOut">
              <a:rPr lang="en-PH" smtClean="0"/>
              <a:t>Feb/16/2026/Mon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D249C2-FE45-4380-785B-6A4A05C17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B70805-2F34-A805-A1A2-9AA352167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D33E8-BC7E-414E-ABA4-B58B2241A07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73066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DA72A-212F-A5A9-62A4-0F161AFDA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7C7644-2238-3B75-9902-2F128958BC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C1EDA-09DE-89D4-E7D7-A8A5898F9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092A1-5949-4351-9596-AF5AB0D0E483}" type="datetimeFigureOut">
              <a:rPr lang="en-PH" smtClean="0"/>
              <a:t>Feb/16/2026/Mon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0C623-5451-58E8-3EB0-5CD1EEDE8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7F8EF-00A0-3119-0709-ECFEE04FA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D33E8-BC7E-414E-ABA4-B58B2241A07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3667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E01855-0135-12F4-A58F-1EA1616D4E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F971FC-D39B-068E-3F85-B6D227CF0B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44F8A-EF29-9FC3-D226-F77B890F3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092A1-5949-4351-9596-AF5AB0D0E483}" type="datetimeFigureOut">
              <a:rPr lang="en-PH" smtClean="0"/>
              <a:t>Feb/16/2026/Mon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044CC-BF32-D96E-C573-CAB41CD10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CDD91-1E47-2F74-DEE4-772D119E9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FD33E8-BC7E-414E-ABA4-B58B2241A07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50340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9B4626-847F-150D-0C02-207321174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7A338-94FA-3E24-27B2-529AEEDB1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7A9F1-02AF-EC9C-8FCA-52CB83A4ED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8092A1-5949-4351-9596-AF5AB0D0E483}" type="datetimeFigureOut">
              <a:rPr lang="en-PH" smtClean="0"/>
              <a:t>Feb/16/2026/Mon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2EAAF-3165-EF84-A627-601BD61544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C28FE-5E8B-1692-FD47-5E8ECBCDEE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FD33E8-BC7E-414E-ABA4-B58B2241A07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38567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5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1" indent="-228594" algn="l" defTabSz="91437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69" indent="-228594" algn="l" defTabSz="91437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56" indent="-228594" algn="l" defTabSz="91437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4" indent="-228594" algn="l" defTabSz="91437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1" indent="-228594" algn="l" defTabSz="91437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18" indent="-228594" algn="l" defTabSz="91437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06" indent="-228594" algn="l" defTabSz="91437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93" indent="-228594" algn="l" defTabSz="91437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8" algn="l" defTabSz="9143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5" algn="l" defTabSz="9143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3" algn="l" defTabSz="9143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0" algn="l" defTabSz="9143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38" algn="l" defTabSz="9143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25" algn="l" defTabSz="9143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12" algn="l" defTabSz="9143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99" algn="l" defTabSz="9143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35EBEB-A1A5-73EC-87E7-791E103FE21E}"/>
              </a:ext>
            </a:extLst>
          </p:cNvPr>
          <p:cNvSpPr txBox="1"/>
          <p:nvPr/>
        </p:nvSpPr>
        <p:spPr>
          <a:xfrm>
            <a:off x="740664" y="320040"/>
            <a:ext cx="25683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ADMIN DASHBOARD</a:t>
            </a:r>
            <a:endParaRPr lang="en-PH" sz="2000" b="1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CC56B11-6E55-A223-0CD8-C44E68222A60}"/>
              </a:ext>
            </a:extLst>
          </p:cNvPr>
          <p:cNvGrpSpPr/>
          <p:nvPr/>
        </p:nvGrpSpPr>
        <p:grpSpPr>
          <a:xfrm>
            <a:off x="1288879" y="1048003"/>
            <a:ext cx="883822" cy="924190"/>
            <a:chOff x="1288879" y="1048004"/>
            <a:chExt cx="883822" cy="884629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AAAC926-554D-4A78-A880-46DC2A4F8605}"/>
                </a:ext>
              </a:extLst>
            </p:cNvPr>
            <p:cNvGrpSpPr/>
            <p:nvPr/>
          </p:nvGrpSpPr>
          <p:grpSpPr>
            <a:xfrm>
              <a:off x="1288879" y="1048004"/>
              <a:ext cx="883822" cy="884629"/>
              <a:chOff x="3081528" y="1472184"/>
              <a:chExt cx="1271016" cy="114300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FAF3F1C-DA8A-298E-B148-0D0A4540D6F7}"/>
                  </a:ext>
                </a:extLst>
              </p:cNvPr>
              <p:cNvSpPr/>
              <p:nvPr/>
            </p:nvSpPr>
            <p:spPr>
              <a:xfrm>
                <a:off x="3081528" y="1472184"/>
                <a:ext cx="1271016" cy="1143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H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88B5CD3-6B92-B82C-4E3F-B957A319EAFE}"/>
                  </a:ext>
                </a:extLst>
              </p:cNvPr>
              <p:cNvSpPr txBox="1"/>
              <p:nvPr/>
            </p:nvSpPr>
            <p:spPr>
              <a:xfrm>
                <a:off x="3214261" y="2259851"/>
                <a:ext cx="1005556" cy="3235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dirty="0"/>
                  <a:t>Services</a:t>
                </a:r>
                <a:endParaRPr lang="en-PH" sz="1100" dirty="0"/>
              </a:p>
            </p:txBody>
          </p:sp>
        </p:grpSp>
        <p:pic>
          <p:nvPicPr>
            <p:cNvPr id="1026" name="Picture 2" descr="Makeover free icons designed by freepik – Artofit">
              <a:extLst>
                <a:ext uri="{FF2B5EF4-FFF2-40B4-BE49-F238E27FC236}">
                  <a16:creationId xmlns:a16="http://schemas.microsoft.com/office/drawing/2014/main" id="{608440EC-B3EE-AF04-52C4-1291FCF0F7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3873" y="1149122"/>
              <a:ext cx="530352" cy="5303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4B283B5-27AB-0CE6-159D-C38EBC4D51E7}"/>
              </a:ext>
            </a:extLst>
          </p:cNvPr>
          <p:cNvGrpSpPr/>
          <p:nvPr/>
        </p:nvGrpSpPr>
        <p:grpSpPr>
          <a:xfrm>
            <a:off x="2310483" y="1057578"/>
            <a:ext cx="883822" cy="884628"/>
            <a:chOff x="2310482" y="1057578"/>
            <a:chExt cx="883822" cy="88462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8213076-7EE6-A377-13E2-69E87B7BDFF7}"/>
                </a:ext>
              </a:extLst>
            </p:cNvPr>
            <p:cNvGrpSpPr/>
            <p:nvPr/>
          </p:nvGrpSpPr>
          <p:grpSpPr>
            <a:xfrm>
              <a:off x="2310482" y="1057578"/>
              <a:ext cx="883822" cy="884629"/>
              <a:chOff x="3081528" y="1472184"/>
              <a:chExt cx="1271016" cy="11430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EF316B8-B5AD-06CD-5B57-3091A974B3B2}"/>
                  </a:ext>
                </a:extLst>
              </p:cNvPr>
              <p:cNvSpPr/>
              <p:nvPr/>
            </p:nvSpPr>
            <p:spPr>
              <a:xfrm>
                <a:off x="3081528" y="1472184"/>
                <a:ext cx="1271016" cy="1143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H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285CE26-88BE-8762-54EB-CBCF834543E6}"/>
                  </a:ext>
                </a:extLst>
              </p:cNvPr>
              <p:cNvSpPr txBox="1"/>
              <p:nvPr/>
            </p:nvSpPr>
            <p:spPr>
              <a:xfrm>
                <a:off x="3177377" y="2248038"/>
                <a:ext cx="1079324" cy="3380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dirty="0"/>
                  <a:t>Inventory</a:t>
                </a:r>
                <a:endParaRPr lang="en-PH" sz="1100" dirty="0"/>
              </a:p>
            </p:txBody>
          </p:sp>
        </p:grpSp>
        <p:pic>
          <p:nvPicPr>
            <p:cNvPr id="1028" name="Picture 4" descr="Inventory - Free people icons">
              <a:extLst>
                <a:ext uri="{FF2B5EF4-FFF2-40B4-BE49-F238E27FC236}">
                  <a16:creationId xmlns:a16="http://schemas.microsoft.com/office/drawing/2014/main" id="{C51D8F19-6FF3-D929-A851-0F03D762F5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75712" y="1123438"/>
              <a:ext cx="553361" cy="5533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333DC4B-DB3D-21CA-B810-FA060CDDCD9F}"/>
              </a:ext>
            </a:extLst>
          </p:cNvPr>
          <p:cNvGrpSpPr/>
          <p:nvPr/>
        </p:nvGrpSpPr>
        <p:grpSpPr>
          <a:xfrm>
            <a:off x="3312661" y="1057576"/>
            <a:ext cx="883822" cy="884630"/>
            <a:chOff x="3389474" y="1057577"/>
            <a:chExt cx="883822" cy="88463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782273E-D9C9-9EFD-13CE-89F43E1BD194}"/>
                </a:ext>
              </a:extLst>
            </p:cNvPr>
            <p:cNvGrpSpPr/>
            <p:nvPr/>
          </p:nvGrpSpPr>
          <p:grpSpPr>
            <a:xfrm>
              <a:off x="3389474" y="1057577"/>
              <a:ext cx="883822" cy="884630"/>
              <a:chOff x="3081528" y="1472184"/>
              <a:chExt cx="1271016" cy="114300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A61A8CC-2EC1-E301-84C4-0F328B3A011F}"/>
                  </a:ext>
                </a:extLst>
              </p:cNvPr>
              <p:cNvSpPr/>
              <p:nvPr/>
            </p:nvSpPr>
            <p:spPr>
              <a:xfrm>
                <a:off x="3081528" y="1472184"/>
                <a:ext cx="1271016" cy="1143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H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5F85055-F18B-952E-96B7-D909A8CECD18}"/>
                  </a:ext>
                </a:extLst>
              </p:cNvPr>
              <p:cNvSpPr txBox="1"/>
              <p:nvPr/>
            </p:nvSpPr>
            <p:spPr>
              <a:xfrm>
                <a:off x="3271889" y="2248037"/>
                <a:ext cx="890293" cy="3380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dirty="0"/>
                  <a:t>Clients</a:t>
                </a:r>
                <a:endParaRPr lang="en-PH" sz="1200" dirty="0"/>
              </a:p>
            </p:txBody>
          </p:sp>
        </p:grpSp>
        <p:pic>
          <p:nvPicPr>
            <p:cNvPr id="1030" name="Picture 6" descr="Beauty client icon vector flat 26606931 Vector Art at Vecteezy">
              <a:extLst>
                <a:ext uri="{FF2B5EF4-FFF2-40B4-BE49-F238E27FC236}">
                  <a16:creationId xmlns:a16="http://schemas.microsoft.com/office/drawing/2014/main" id="{118F139C-F487-72DE-547D-015674EFE3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21846" y="1090578"/>
              <a:ext cx="619080" cy="619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B7489CF-4489-15D7-BA04-2198B2837073}"/>
              </a:ext>
            </a:extLst>
          </p:cNvPr>
          <p:cNvGrpSpPr/>
          <p:nvPr/>
        </p:nvGrpSpPr>
        <p:grpSpPr>
          <a:xfrm>
            <a:off x="4342916" y="1057577"/>
            <a:ext cx="889987" cy="884629"/>
            <a:chOff x="4389765" y="1057576"/>
            <a:chExt cx="889987" cy="88462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D20F044-280B-B91F-1866-D3A7A13445CD}"/>
                </a:ext>
              </a:extLst>
            </p:cNvPr>
            <p:cNvGrpSpPr/>
            <p:nvPr/>
          </p:nvGrpSpPr>
          <p:grpSpPr>
            <a:xfrm>
              <a:off x="4389765" y="1057576"/>
              <a:ext cx="889987" cy="884629"/>
              <a:chOff x="3077096" y="1472184"/>
              <a:chExt cx="1279882" cy="114300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5F63209-A4C8-72AD-1169-1641AE006E5C}"/>
                  </a:ext>
                </a:extLst>
              </p:cNvPr>
              <p:cNvSpPr/>
              <p:nvPr/>
            </p:nvSpPr>
            <p:spPr>
              <a:xfrm>
                <a:off x="3081528" y="1472184"/>
                <a:ext cx="1271016" cy="1143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H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43ECA4F-E6A2-FB08-6E4C-402F931BCCB4}"/>
                  </a:ext>
                </a:extLst>
              </p:cNvPr>
              <p:cNvSpPr txBox="1"/>
              <p:nvPr/>
            </p:nvSpPr>
            <p:spPr>
              <a:xfrm>
                <a:off x="3077096" y="2236222"/>
                <a:ext cx="1279882" cy="3579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dirty="0"/>
                  <a:t>Employees</a:t>
                </a:r>
                <a:r>
                  <a:rPr lang="en-US" sz="1200" dirty="0"/>
                  <a:t> </a:t>
                </a:r>
              </a:p>
            </p:txBody>
          </p:sp>
        </p:grpSp>
        <p:pic>
          <p:nvPicPr>
            <p:cNvPr id="1032" name="Picture 8" descr="Avatar, female, people, person, prisoner, user, woman icon - Download ...">
              <a:extLst>
                <a:ext uri="{FF2B5EF4-FFF2-40B4-BE49-F238E27FC236}">
                  <a16:creationId xmlns:a16="http://schemas.microsoft.com/office/drawing/2014/main" id="{C6AC375F-4A7E-C0B0-8C9F-C91E8544D3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50763" y="1143497"/>
              <a:ext cx="533302" cy="5333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A3BC6A9-2D0B-0B59-9014-84560EAC549B}"/>
              </a:ext>
            </a:extLst>
          </p:cNvPr>
          <p:cNvGrpSpPr/>
          <p:nvPr/>
        </p:nvGrpSpPr>
        <p:grpSpPr>
          <a:xfrm>
            <a:off x="5379333" y="1060123"/>
            <a:ext cx="883822" cy="884628"/>
            <a:chOff x="5396220" y="1048004"/>
            <a:chExt cx="883822" cy="884629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4BA97E4-93AC-BC8B-3E8D-17AE96A20EAE}"/>
                </a:ext>
              </a:extLst>
            </p:cNvPr>
            <p:cNvGrpSpPr/>
            <p:nvPr/>
          </p:nvGrpSpPr>
          <p:grpSpPr>
            <a:xfrm>
              <a:off x="5396220" y="1048004"/>
              <a:ext cx="883822" cy="884629"/>
              <a:chOff x="3081528" y="1472184"/>
              <a:chExt cx="1271016" cy="1143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078EEF2-B3F2-0881-2A90-BFD07C1C7EAE}"/>
                  </a:ext>
                </a:extLst>
              </p:cNvPr>
              <p:cNvSpPr/>
              <p:nvPr/>
            </p:nvSpPr>
            <p:spPr>
              <a:xfrm>
                <a:off x="3081528" y="1472184"/>
                <a:ext cx="1271016" cy="1143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H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33CDD2B-9D2D-9386-22BA-5E47FFA49512}"/>
                  </a:ext>
                </a:extLst>
              </p:cNvPr>
              <p:cNvSpPr txBox="1"/>
              <p:nvPr/>
            </p:nvSpPr>
            <p:spPr>
              <a:xfrm>
                <a:off x="3264975" y="2248038"/>
                <a:ext cx="904125" cy="3380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dirty="0"/>
                  <a:t>Library </a:t>
                </a:r>
              </a:p>
            </p:txBody>
          </p:sp>
        </p:grpSp>
        <p:pic>
          <p:nvPicPr>
            <p:cNvPr id="1034" name="Picture 10" descr="Repository icons for free download | Freepik">
              <a:extLst>
                <a:ext uri="{FF2B5EF4-FFF2-40B4-BE49-F238E27FC236}">
                  <a16:creationId xmlns:a16="http://schemas.microsoft.com/office/drawing/2014/main" id="{362186B4-8A21-BA22-3B93-921623A2EE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72635" y="1134353"/>
              <a:ext cx="514125" cy="514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7C1909B9-C883-F175-EDAE-D202BB610573}"/>
              </a:ext>
            </a:extLst>
          </p:cNvPr>
          <p:cNvSpPr txBox="1"/>
          <p:nvPr/>
        </p:nvSpPr>
        <p:spPr>
          <a:xfrm>
            <a:off x="2377132" y="2026748"/>
            <a:ext cx="1980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(shortcut buttons)</a:t>
            </a:r>
            <a:endParaRPr lang="en-PH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95C2BC0-AF89-5904-C41C-6B37423D7538}"/>
              </a:ext>
            </a:extLst>
          </p:cNvPr>
          <p:cNvGrpSpPr/>
          <p:nvPr/>
        </p:nvGrpSpPr>
        <p:grpSpPr>
          <a:xfrm>
            <a:off x="6713873" y="580491"/>
            <a:ext cx="4988050" cy="1903666"/>
            <a:chOff x="6807710" y="672342"/>
            <a:chExt cx="4988050" cy="1903666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783A82E7-43EB-7D44-357F-70626D95D70D}"/>
                </a:ext>
              </a:extLst>
            </p:cNvPr>
            <p:cNvSpPr/>
            <p:nvPr/>
          </p:nvSpPr>
          <p:spPr>
            <a:xfrm>
              <a:off x="6807710" y="672342"/>
              <a:ext cx="4988050" cy="1903666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D166E86-8794-058F-7432-CD5E676710FA}"/>
                </a:ext>
              </a:extLst>
            </p:cNvPr>
            <p:cNvSpPr txBox="1"/>
            <p:nvPr/>
          </p:nvSpPr>
          <p:spPr>
            <a:xfrm>
              <a:off x="7814435" y="847949"/>
              <a:ext cx="29745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TODAY’S APPOINTMENT</a:t>
              </a:r>
              <a:endParaRPr lang="en-PH" sz="2000" b="1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11C17A3-AF3A-1E94-EFC7-8F89A3A39BCC}"/>
                </a:ext>
              </a:extLst>
            </p:cNvPr>
            <p:cNvSpPr txBox="1"/>
            <p:nvPr/>
          </p:nvSpPr>
          <p:spPr>
            <a:xfrm>
              <a:off x="8269848" y="1178575"/>
              <a:ext cx="20637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Thursday- February 12, 2026</a:t>
              </a:r>
              <a:endParaRPr lang="en-PH" sz="1200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D24AC10-1F94-004A-D454-A894B00BDA96}"/>
                </a:ext>
              </a:extLst>
            </p:cNvPr>
            <p:cNvSpPr/>
            <p:nvPr/>
          </p:nvSpPr>
          <p:spPr>
            <a:xfrm>
              <a:off x="6971339" y="1609073"/>
              <a:ext cx="1182850" cy="20116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Time</a:t>
              </a:r>
              <a:endParaRPr lang="en-PH" dirty="0">
                <a:solidFill>
                  <a:schemeClr val="tx1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F183E23-6DE5-2CB2-A102-6B633AFE5F89}"/>
                </a:ext>
              </a:extLst>
            </p:cNvPr>
            <p:cNvSpPr/>
            <p:nvPr/>
          </p:nvSpPr>
          <p:spPr>
            <a:xfrm>
              <a:off x="8155396" y="1609073"/>
              <a:ext cx="1182850" cy="20116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Client</a:t>
              </a:r>
              <a:endParaRPr lang="en-PH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1DF78D9-FBF5-3970-524F-F6F70B981EDB}"/>
                </a:ext>
              </a:extLst>
            </p:cNvPr>
            <p:cNvSpPr/>
            <p:nvPr/>
          </p:nvSpPr>
          <p:spPr>
            <a:xfrm>
              <a:off x="9338246" y="1609073"/>
              <a:ext cx="1182850" cy="20116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Service</a:t>
              </a:r>
              <a:endParaRPr lang="en-PH" dirty="0">
                <a:solidFill>
                  <a:schemeClr val="tx1"/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69B8FB2-F20F-48C5-1270-6393C12CDFF3}"/>
                </a:ext>
              </a:extLst>
            </p:cNvPr>
            <p:cNvSpPr/>
            <p:nvPr/>
          </p:nvSpPr>
          <p:spPr>
            <a:xfrm>
              <a:off x="10521096" y="1609073"/>
              <a:ext cx="1182850" cy="20116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Staff</a:t>
              </a:r>
              <a:endParaRPr lang="en-PH" dirty="0">
                <a:solidFill>
                  <a:schemeClr val="tx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1A8E194-3AA1-3211-E71A-4992AE45D4AF}"/>
                </a:ext>
              </a:extLst>
            </p:cNvPr>
            <p:cNvSpPr/>
            <p:nvPr/>
          </p:nvSpPr>
          <p:spPr>
            <a:xfrm>
              <a:off x="6969316" y="1806859"/>
              <a:ext cx="1182850" cy="44490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dirty="0">
                <a:solidFill>
                  <a:schemeClr val="tx1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30A2BD3-345C-E136-68C6-219600AD2919}"/>
                </a:ext>
              </a:extLst>
            </p:cNvPr>
            <p:cNvSpPr/>
            <p:nvPr/>
          </p:nvSpPr>
          <p:spPr>
            <a:xfrm>
              <a:off x="8153373" y="1806859"/>
              <a:ext cx="1182850" cy="44490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dirty="0">
                <a:solidFill>
                  <a:schemeClr val="tx1"/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95C080F-7C1C-A8A4-0C08-E1F0ABF3263A}"/>
                </a:ext>
              </a:extLst>
            </p:cNvPr>
            <p:cNvSpPr/>
            <p:nvPr/>
          </p:nvSpPr>
          <p:spPr>
            <a:xfrm>
              <a:off x="9336223" y="1806859"/>
              <a:ext cx="1182850" cy="44490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dirty="0">
                <a:solidFill>
                  <a:schemeClr val="tx1"/>
                </a:solidFill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535696B-5815-8B36-E634-AEE9DB67A50B}"/>
                </a:ext>
              </a:extLst>
            </p:cNvPr>
            <p:cNvSpPr/>
            <p:nvPr/>
          </p:nvSpPr>
          <p:spPr>
            <a:xfrm>
              <a:off x="10519073" y="1806859"/>
              <a:ext cx="1182850" cy="44490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95CAE8A-0ED4-A580-B6E3-F1CDB561476E}"/>
              </a:ext>
            </a:extLst>
          </p:cNvPr>
          <p:cNvGrpSpPr/>
          <p:nvPr/>
        </p:nvGrpSpPr>
        <p:grpSpPr>
          <a:xfrm>
            <a:off x="6713873" y="2637656"/>
            <a:ext cx="4988050" cy="1447080"/>
            <a:chOff x="6807710" y="672341"/>
            <a:chExt cx="4988050" cy="1447080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5A0B4100-6175-40DD-5FA0-D1AE61A8EC3F}"/>
                </a:ext>
              </a:extLst>
            </p:cNvPr>
            <p:cNvSpPr/>
            <p:nvPr/>
          </p:nvSpPr>
          <p:spPr>
            <a:xfrm>
              <a:off x="6807710" y="672341"/>
              <a:ext cx="4988050" cy="144708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533E1A0-7787-752F-09D9-3EE7A5349DFE}"/>
                </a:ext>
              </a:extLst>
            </p:cNvPr>
            <p:cNvSpPr txBox="1"/>
            <p:nvPr/>
          </p:nvSpPr>
          <p:spPr>
            <a:xfrm>
              <a:off x="8185884" y="849468"/>
              <a:ext cx="22317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CLIENT BOOKING</a:t>
              </a:r>
              <a:endParaRPr lang="en-PH" sz="2000" b="1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18DD321-3407-5C76-FE04-4CFCCEF3E109}"/>
                </a:ext>
              </a:extLst>
            </p:cNvPr>
            <p:cNvSpPr/>
            <p:nvPr/>
          </p:nvSpPr>
          <p:spPr>
            <a:xfrm>
              <a:off x="6971339" y="1270745"/>
              <a:ext cx="1182850" cy="20116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Date</a:t>
              </a:r>
              <a:endParaRPr lang="en-PH" dirty="0">
                <a:solidFill>
                  <a:schemeClr val="tx1"/>
                </a:solidFill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06B0184-CCF5-36D7-798F-98BC1D3803F0}"/>
                </a:ext>
              </a:extLst>
            </p:cNvPr>
            <p:cNvSpPr/>
            <p:nvPr/>
          </p:nvSpPr>
          <p:spPr>
            <a:xfrm>
              <a:off x="8155396" y="1270745"/>
              <a:ext cx="1182850" cy="20116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Client</a:t>
              </a:r>
              <a:endParaRPr lang="en-PH" dirty="0">
                <a:solidFill>
                  <a:schemeClr val="tx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D4E943E1-555E-CF85-24AA-BE7C2FEF7006}"/>
                </a:ext>
              </a:extLst>
            </p:cNvPr>
            <p:cNvSpPr/>
            <p:nvPr/>
          </p:nvSpPr>
          <p:spPr>
            <a:xfrm>
              <a:off x="9338246" y="1270745"/>
              <a:ext cx="1182850" cy="20116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Service</a:t>
              </a:r>
              <a:endParaRPr lang="en-PH" dirty="0">
                <a:solidFill>
                  <a:schemeClr val="tx1"/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EB61C50-9FF6-2210-EA47-E9EF655B7E52}"/>
                </a:ext>
              </a:extLst>
            </p:cNvPr>
            <p:cNvSpPr/>
            <p:nvPr/>
          </p:nvSpPr>
          <p:spPr>
            <a:xfrm>
              <a:off x="10521096" y="1270745"/>
              <a:ext cx="1182850" cy="20116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Staff</a:t>
              </a:r>
              <a:endParaRPr lang="en-PH" dirty="0">
                <a:solidFill>
                  <a:schemeClr val="tx1"/>
                </a:solidFill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02DFCC7-CDDB-0A61-9E21-E6C80C32AE0B}"/>
                </a:ext>
              </a:extLst>
            </p:cNvPr>
            <p:cNvSpPr/>
            <p:nvPr/>
          </p:nvSpPr>
          <p:spPr>
            <a:xfrm>
              <a:off x="6969316" y="1468531"/>
              <a:ext cx="1182850" cy="4799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dirty="0">
                <a:solidFill>
                  <a:schemeClr val="tx1"/>
                </a:solidFill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DCC5529-8ED6-392B-1A98-3B0EB6B82E3F}"/>
                </a:ext>
              </a:extLst>
            </p:cNvPr>
            <p:cNvSpPr/>
            <p:nvPr/>
          </p:nvSpPr>
          <p:spPr>
            <a:xfrm>
              <a:off x="8153373" y="1468531"/>
              <a:ext cx="1182850" cy="4799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dirty="0">
                <a:solidFill>
                  <a:schemeClr val="tx1"/>
                </a:solidFill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35456C53-8C23-E8E4-9485-D904BF29A0C6}"/>
                </a:ext>
              </a:extLst>
            </p:cNvPr>
            <p:cNvSpPr/>
            <p:nvPr/>
          </p:nvSpPr>
          <p:spPr>
            <a:xfrm>
              <a:off x="9336223" y="1468531"/>
              <a:ext cx="1182850" cy="4799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dirty="0">
                <a:solidFill>
                  <a:schemeClr val="tx1"/>
                </a:solidFill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167D307-D984-D86A-7102-B03C15A6D629}"/>
                </a:ext>
              </a:extLst>
            </p:cNvPr>
            <p:cNvSpPr/>
            <p:nvPr/>
          </p:nvSpPr>
          <p:spPr>
            <a:xfrm>
              <a:off x="10519073" y="1468531"/>
              <a:ext cx="1182850" cy="4799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5735163-D4ED-129B-86D5-733211EE1167}"/>
              </a:ext>
            </a:extLst>
          </p:cNvPr>
          <p:cNvGrpSpPr/>
          <p:nvPr/>
        </p:nvGrpSpPr>
        <p:grpSpPr>
          <a:xfrm>
            <a:off x="6713872" y="4218161"/>
            <a:ext cx="4988050" cy="2059348"/>
            <a:chOff x="6807710" y="672341"/>
            <a:chExt cx="4988050" cy="2059348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0915F0B8-0604-7E01-D114-5E1A3938DB47}"/>
                </a:ext>
              </a:extLst>
            </p:cNvPr>
            <p:cNvSpPr/>
            <p:nvPr/>
          </p:nvSpPr>
          <p:spPr>
            <a:xfrm>
              <a:off x="6807710" y="672341"/>
              <a:ext cx="4988050" cy="205934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07B43E8-14ED-DC37-4F76-6A45C876DEC0}"/>
                </a:ext>
              </a:extLst>
            </p:cNvPr>
            <p:cNvSpPr txBox="1"/>
            <p:nvPr/>
          </p:nvSpPr>
          <p:spPr>
            <a:xfrm>
              <a:off x="8003004" y="849468"/>
              <a:ext cx="263918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CLIENT FOLLOW UPS</a:t>
              </a:r>
              <a:endParaRPr lang="en-PH" sz="2000" b="1" dirty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BAEFB6E1-424F-4D7F-8861-79E83D37D96C}"/>
                </a:ext>
              </a:extLst>
            </p:cNvPr>
            <p:cNvSpPr/>
            <p:nvPr/>
          </p:nvSpPr>
          <p:spPr>
            <a:xfrm>
              <a:off x="6971339" y="1270745"/>
              <a:ext cx="1182850" cy="20116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Client</a:t>
              </a:r>
              <a:endParaRPr lang="en-PH" dirty="0">
                <a:solidFill>
                  <a:schemeClr val="tx1"/>
                </a:solidFill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04DC29A8-1085-0E2E-3828-BA64646AC12A}"/>
                </a:ext>
              </a:extLst>
            </p:cNvPr>
            <p:cNvSpPr/>
            <p:nvPr/>
          </p:nvSpPr>
          <p:spPr>
            <a:xfrm>
              <a:off x="8155396" y="1270745"/>
              <a:ext cx="1182850" cy="20116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Phone</a:t>
              </a:r>
              <a:endParaRPr lang="en-PH" dirty="0">
                <a:solidFill>
                  <a:schemeClr val="tx1"/>
                </a:solidFill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C6CA1B02-0BEB-4C33-A8DF-1FDFE711EED5}"/>
                </a:ext>
              </a:extLst>
            </p:cNvPr>
            <p:cNvSpPr/>
            <p:nvPr/>
          </p:nvSpPr>
          <p:spPr>
            <a:xfrm>
              <a:off x="9338246" y="1270745"/>
              <a:ext cx="1182850" cy="20116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Service</a:t>
              </a:r>
              <a:endParaRPr lang="en-PH" dirty="0">
                <a:solidFill>
                  <a:schemeClr val="tx1"/>
                </a:solidFill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78EAF673-E582-3745-F883-5AB42FB22C63}"/>
                </a:ext>
              </a:extLst>
            </p:cNvPr>
            <p:cNvSpPr/>
            <p:nvPr/>
          </p:nvSpPr>
          <p:spPr>
            <a:xfrm>
              <a:off x="10521096" y="1270745"/>
              <a:ext cx="1182850" cy="20116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Contacted</a:t>
              </a:r>
              <a:endParaRPr lang="en-PH" sz="1600" dirty="0">
                <a:solidFill>
                  <a:schemeClr val="tx1"/>
                </a:solidFill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5A1A671C-EA51-1702-E7A7-63609D527186}"/>
                </a:ext>
              </a:extLst>
            </p:cNvPr>
            <p:cNvSpPr/>
            <p:nvPr/>
          </p:nvSpPr>
          <p:spPr>
            <a:xfrm>
              <a:off x="6969316" y="1468531"/>
              <a:ext cx="1182850" cy="94011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dirty="0">
                <a:solidFill>
                  <a:schemeClr val="tx1"/>
                </a:solidFill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5649404-8678-3A19-EEDE-547DC3FAE005}"/>
                </a:ext>
              </a:extLst>
            </p:cNvPr>
            <p:cNvSpPr/>
            <p:nvPr/>
          </p:nvSpPr>
          <p:spPr>
            <a:xfrm>
              <a:off x="8153373" y="1468531"/>
              <a:ext cx="1182850" cy="94011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dirty="0">
                <a:solidFill>
                  <a:schemeClr val="tx1"/>
                </a:solidFill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0FE7E0F7-58FE-1BD9-C2BB-BC5E9DA962C2}"/>
                </a:ext>
              </a:extLst>
            </p:cNvPr>
            <p:cNvSpPr/>
            <p:nvPr/>
          </p:nvSpPr>
          <p:spPr>
            <a:xfrm>
              <a:off x="9336223" y="1468531"/>
              <a:ext cx="1182850" cy="94011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dirty="0">
                <a:solidFill>
                  <a:schemeClr val="tx1"/>
                </a:solidFill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7F6B2EF-F1D1-05E8-77E0-E7251CED5AFF}"/>
                </a:ext>
              </a:extLst>
            </p:cNvPr>
            <p:cNvSpPr/>
            <p:nvPr/>
          </p:nvSpPr>
          <p:spPr>
            <a:xfrm>
              <a:off x="10519073" y="1468531"/>
              <a:ext cx="1182850" cy="94011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1775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18E2F37-D5F2-88DC-BFCD-D34C83633DE4}"/>
              </a:ext>
            </a:extLst>
          </p:cNvPr>
          <p:cNvSpPr/>
          <p:nvPr/>
        </p:nvSpPr>
        <p:spPr>
          <a:xfrm>
            <a:off x="3262835" y="3606198"/>
            <a:ext cx="1345265" cy="37371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37CA27C-C705-4B1C-768D-C103250A31C7}"/>
              </a:ext>
            </a:extLst>
          </p:cNvPr>
          <p:cNvSpPr/>
          <p:nvPr/>
        </p:nvSpPr>
        <p:spPr>
          <a:xfrm>
            <a:off x="2091845" y="3606199"/>
            <a:ext cx="1345265" cy="37371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F40C7B-EE1C-899A-948C-A758D34FD4D4}"/>
              </a:ext>
            </a:extLst>
          </p:cNvPr>
          <p:cNvSpPr txBox="1"/>
          <p:nvPr/>
        </p:nvSpPr>
        <p:spPr>
          <a:xfrm>
            <a:off x="9617202" y="1388349"/>
            <a:ext cx="17792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Client Details</a:t>
            </a:r>
            <a:endParaRPr lang="en-PH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3331DE-F003-0089-D2A4-ECDE693DFF58}"/>
              </a:ext>
            </a:extLst>
          </p:cNvPr>
          <p:cNvSpPr txBox="1"/>
          <p:nvPr/>
        </p:nvSpPr>
        <p:spPr>
          <a:xfrm>
            <a:off x="1167806" y="887442"/>
            <a:ext cx="10055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Search Key:</a:t>
            </a:r>
            <a:endParaRPr lang="en-PH" sz="1200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70CA1E-65E6-1E47-E24E-35C2D9F507C4}"/>
              </a:ext>
            </a:extLst>
          </p:cNvPr>
          <p:cNvSpPr/>
          <p:nvPr/>
        </p:nvSpPr>
        <p:spPr>
          <a:xfrm>
            <a:off x="2148155" y="886746"/>
            <a:ext cx="3109646" cy="2673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b="1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500EA5E-4A44-2BC5-C0E9-FC330EA3BDB4}"/>
              </a:ext>
            </a:extLst>
          </p:cNvPr>
          <p:cNvGrpSpPr/>
          <p:nvPr/>
        </p:nvGrpSpPr>
        <p:grpSpPr>
          <a:xfrm>
            <a:off x="7285328" y="846734"/>
            <a:ext cx="1697801" cy="352048"/>
            <a:chOff x="7456059" y="801952"/>
            <a:chExt cx="1697801" cy="35204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307537F-1099-625A-A9C6-F6A8D6011302}"/>
                </a:ext>
              </a:extLst>
            </p:cNvPr>
            <p:cNvSpPr/>
            <p:nvPr/>
          </p:nvSpPr>
          <p:spPr>
            <a:xfrm>
              <a:off x="7456059" y="801952"/>
              <a:ext cx="1697801" cy="3520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b="1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3C8C29E-5620-8D5A-7153-0673C8AEE5B7}"/>
                </a:ext>
              </a:extLst>
            </p:cNvPr>
            <p:cNvSpPr txBox="1"/>
            <p:nvPr/>
          </p:nvSpPr>
          <p:spPr>
            <a:xfrm>
              <a:off x="7838382" y="864008"/>
              <a:ext cx="123142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/>
                <a:t>Search by Name</a:t>
              </a:r>
              <a:endParaRPr lang="en-PH" sz="1100" b="1" dirty="0"/>
            </a:p>
          </p:txBody>
        </p:sp>
        <p:pic>
          <p:nvPicPr>
            <p:cNvPr id="1030" name="Picture 6" descr="Search - Free seo and web icons">
              <a:extLst>
                <a:ext uri="{FF2B5EF4-FFF2-40B4-BE49-F238E27FC236}">
                  <a16:creationId xmlns:a16="http://schemas.microsoft.com/office/drawing/2014/main" id="{07843358-8421-8CD4-BBB5-2F7F9432C2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5736" y="852006"/>
              <a:ext cx="285615" cy="2856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598893A-AE9F-C548-F9BE-61FC97F50454}"/>
              </a:ext>
            </a:extLst>
          </p:cNvPr>
          <p:cNvSpPr/>
          <p:nvPr/>
        </p:nvSpPr>
        <p:spPr>
          <a:xfrm>
            <a:off x="795528" y="1353312"/>
            <a:ext cx="10872216" cy="207568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b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504FAB-53D0-62A3-AFD1-574236FFD377}"/>
              </a:ext>
            </a:extLst>
          </p:cNvPr>
          <p:cNvSpPr txBox="1"/>
          <p:nvPr/>
        </p:nvSpPr>
        <p:spPr>
          <a:xfrm>
            <a:off x="1256850" y="1511460"/>
            <a:ext cx="8418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Client ID:</a:t>
            </a:r>
            <a:endParaRPr lang="en-PH" sz="12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207608-27B8-D46B-57A0-F277D6849752}"/>
              </a:ext>
            </a:extLst>
          </p:cNvPr>
          <p:cNvSpPr txBox="1"/>
          <p:nvPr/>
        </p:nvSpPr>
        <p:spPr>
          <a:xfrm>
            <a:off x="2005331" y="1511461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ID_NUMBER</a:t>
            </a:r>
            <a:endParaRPr lang="en-PH" sz="1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57BD11-44ED-BC5F-EB1A-91CFA6EFCD55}"/>
              </a:ext>
            </a:extLst>
          </p:cNvPr>
          <p:cNvSpPr txBox="1"/>
          <p:nvPr/>
        </p:nvSpPr>
        <p:spPr>
          <a:xfrm>
            <a:off x="1256850" y="1770171"/>
            <a:ext cx="647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Name:</a:t>
            </a:r>
            <a:endParaRPr lang="en-PH" sz="12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AC688D-B907-1B63-601E-53C57029FCD5}"/>
              </a:ext>
            </a:extLst>
          </p:cNvPr>
          <p:cNvSpPr txBox="1"/>
          <p:nvPr/>
        </p:nvSpPr>
        <p:spPr>
          <a:xfrm>
            <a:off x="2005331" y="1770172"/>
            <a:ext cx="12979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Client Full Name</a:t>
            </a:r>
            <a:endParaRPr lang="en-PH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699319-3F0F-BC3A-116C-011649C96BA7}"/>
              </a:ext>
            </a:extLst>
          </p:cNvPr>
          <p:cNvSpPr txBox="1"/>
          <p:nvPr/>
        </p:nvSpPr>
        <p:spPr>
          <a:xfrm>
            <a:off x="1276028" y="2117190"/>
            <a:ext cx="8065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Address:</a:t>
            </a:r>
            <a:endParaRPr lang="en-PH" sz="12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A4609C-3D80-AAF7-92EA-416CAD09D11D}"/>
              </a:ext>
            </a:extLst>
          </p:cNvPr>
          <p:cNvSpPr txBox="1"/>
          <p:nvPr/>
        </p:nvSpPr>
        <p:spPr>
          <a:xfrm>
            <a:off x="2024508" y="2117191"/>
            <a:ext cx="14280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Customer Address</a:t>
            </a:r>
            <a:endParaRPr lang="en-PH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1592AEC-6576-F133-7635-8D71F4936F93}"/>
              </a:ext>
            </a:extLst>
          </p:cNvPr>
          <p:cNvSpPr txBox="1"/>
          <p:nvPr/>
        </p:nvSpPr>
        <p:spPr>
          <a:xfrm>
            <a:off x="1276028" y="2372652"/>
            <a:ext cx="9076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Phone No:</a:t>
            </a:r>
            <a:endParaRPr lang="en-PH" sz="12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623C64C-1C09-4F9A-087F-69EDE6993E55}"/>
              </a:ext>
            </a:extLst>
          </p:cNvPr>
          <p:cNvSpPr txBox="1"/>
          <p:nvPr/>
        </p:nvSpPr>
        <p:spPr>
          <a:xfrm>
            <a:off x="2098748" y="2367864"/>
            <a:ext cx="7232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Phone 1</a:t>
            </a:r>
          </a:p>
          <a:p>
            <a:r>
              <a:rPr lang="en-US" sz="1200" dirty="0"/>
              <a:t>Phone 2</a:t>
            </a:r>
          </a:p>
          <a:p>
            <a:r>
              <a:rPr lang="en-US" sz="1200" dirty="0"/>
              <a:t>Phone 3</a:t>
            </a:r>
            <a:endParaRPr lang="en-PH" sz="1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AF749B7-1741-AB84-E673-CF861C8FE530}"/>
              </a:ext>
            </a:extLst>
          </p:cNvPr>
          <p:cNvSpPr txBox="1"/>
          <p:nvPr/>
        </p:nvSpPr>
        <p:spPr>
          <a:xfrm>
            <a:off x="1276028" y="2942204"/>
            <a:ext cx="6270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Email:</a:t>
            </a:r>
            <a:endParaRPr lang="en-PH" sz="12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558000-49A2-732C-8221-8D7C2452CB8D}"/>
              </a:ext>
            </a:extLst>
          </p:cNvPr>
          <p:cNvSpPr txBox="1"/>
          <p:nvPr/>
        </p:nvSpPr>
        <p:spPr>
          <a:xfrm>
            <a:off x="2098747" y="2937417"/>
            <a:ext cx="11379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Email Address</a:t>
            </a:r>
            <a:endParaRPr lang="en-PH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0D0323B-6967-6F78-BF67-C6544E05C072}"/>
              </a:ext>
            </a:extLst>
          </p:cNvPr>
          <p:cNvSpPr txBox="1"/>
          <p:nvPr/>
        </p:nvSpPr>
        <p:spPr>
          <a:xfrm>
            <a:off x="6096000" y="2122570"/>
            <a:ext cx="13440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Date Registered:</a:t>
            </a:r>
            <a:endParaRPr lang="en-PH" sz="12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E169FA-87BB-BEB5-CE81-35A72F14C308}"/>
              </a:ext>
            </a:extLst>
          </p:cNvPr>
          <p:cNvSpPr txBox="1"/>
          <p:nvPr/>
        </p:nvSpPr>
        <p:spPr>
          <a:xfrm>
            <a:off x="7365689" y="2122570"/>
            <a:ext cx="12430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Date Registered</a:t>
            </a:r>
            <a:endParaRPr lang="en-PH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0BE3AE8-2248-4472-AA8A-CE293C7585B9}"/>
              </a:ext>
            </a:extLst>
          </p:cNvPr>
          <p:cNvSpPr txBox="1"/>
          <p:nvPr/>
        </p:nvSpPr>
        <p:spPr>
          <a:xfrm>
            <a:off x="6050989" y="2367864"/>
            <a:ext cx="14125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Date Last Visited:</a:t>
            </a:r>
            <a:endParaRPr lang="en-PH" sz="12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CAACD68-AC63-D34D-DA43-0B9A7062B642}"/>
              </a:ext>
            </a:extLst>
          </p:cNvPr>
          <p:cNvSpPr txBox="1"/>
          <p:nvPr/>
        </p:nvSpPr>
        <p:spPr>
          <a:xfrm>
            <a:off x="7365688" y="2367865"/>
            <a:ext cx="13063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Date Last Visited</a:t>
            </a:r>
            <a:endParaRPr lang="en-PH" sz="12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89AA5AE-7B95-2D68-E5A7-DB9166040BA4}"/>
              </a:ext>
            </a:extLst>
          </p:cNvPr>
          <p:cNvGrpSpPr/>
          <p:nvPr/>
        </p:nvGrpSpPr>
        <p:grpSpPr>
          <a:xfrm>
            <a:off x="5347974" y="839052"/>
            <a:ext cx="1847177" cy="362712"/>
            <a:chOff x="3748951" y="801729"/>
            <a:chExt cx="1847177" cy="362712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AE004E2-2C5C-1905-BE61-F9AF5EE849CD}"/>
                </a:ext>
              </a:extLst>
            </p:cNvPr>
            <p:cNvSpPr/>
            <p:nvPr/>
          </p:nvSpPr>
          <p:spPr>
            <a:xfrm>
              <a:off x="3748951" y="812393"/>
              <a:ext cx="1847177" cy="3520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b="1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23EC07A-C0C5-4076-B2DE-617A81CE2C71}"/>
                </a:ext>
              </a:extLst>
            </p:cNvPr>
            <p:cNvSpPr txBox="1"/>
            <p:nvPr/>
          </p:nvSpPr>
          <p:spPr>
            <a:xfrm>
              <a:off x="4157082" y="866462"/>
              <a:ext cx="140615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dirty="0"/>
                <a:t>Search by Client ID</a:t>
              </a:r>
              <a:endParaRPr lang="en-PH" sz="1100" b="1" dirty="0"/>
            </a:p>
          </p:txBody>
        </p:sp>
        <p:pic>
          <p:nvPicPr>
            <p:cNvPr id="1032" name="Picture 8" descr="Front of ID card Vector Icons free download in SVG, PNG Format">
              <a:extLst>
                <a:ext uri="{FF2B5EF4-FFF2-40B4-BE49-F238E27FC236}">
                  <a16:creationId xmlns:a16="http://schemas.microsoft.com/office/drawing/2014/main" id="{6195626F-0629-AAA1-6088-3F35ECC4D2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7498" y="801729"/>
              <a:ext cx="362712" cy="3627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74415AB-1CA3-F4DD-9E35-1F3BD6C8F617}"/>
              </a:ext>
            </a:extLst>
          </p:cNvPr>
          <p:cNvGrpSpPr/>
          <p:nvPr/>
        </p:nvGrpSpPr>
        <p:grpSpPr>
          <a:xfrm>
            <a:off x="9073304" y="858564"/>
            <a:ext cx="1697801" cy="352048"/>
            <a:chOff x="5593198" y="4091503"/>
            <a:chExt cx="1697801" cy="352048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ACC537B-FBBB-22AA-0092-6B720AE8AC04}"/>
                </a:ext>
              </a:extLst>
            </p:cNvPr>
            <p:cNvSpPr/>
            <p:nvPr/>
          </p:nvSpPr>
          <p:spPr>
            <a:xfrm>
              <a:off x="5593198" y="4091503"/>
              <a:ext cx="1697801" cy="3520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b="1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5D0B589-AD69-0E36-328A-9CD38692945E}"/>
                </a:ext>
              </a:extLst>
            </p:cNvPr>
            <p:cNvSpPr txBox="1"/>
            <p:nvPr/>
          </p:nvSpPr>
          <p:spPr>
            <a:xfrm>
              <a:off x="5975521" y="4153559"/>
              <a:ext cx="123142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/>
                <a:t>Search by Email</a:t>
              </a:r>
              <a:endParaRPr lang="en-PH" sz="1100" b="1" dirty="0"/>
            </a:p>
          </p:txBody>
        </p:sp>
        <p:pic>
          <p:nvPicPr>
            <p:cNvPr id="1034" name="Picture 10" descr="Red email 5 icon - Free red email icons">
              <a:extLst>
                <a:ext uri="{FF2B5EF4-FFF2-40B4-BE49-F238E27FC236}">
                  <a16:creationId xmlns:a16="http://schemas.microsoft.com/office/drawing/2014/main" id="{EE50DE3C-68D7-2806-798B-F8000D890D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7168" y="4153559"/>
              <a:ext cx="248603" cy="2486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CB48097E-83D3-DDC6-C1F5-13C2168A0F38}"/>
              </a:ext>
            </a:extLst>
          </p:cNvPr>
          <p:cNvSpPr txBox="1"/>
          <p:nvPr/>
        </p:nvSpPr>
        <p:spPr>
          <a:xfrm>
            <a:off x="874776" y="499872"/>
            <a:ext cx="23966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New Client Service</a:t>
            </a:r>
            <a:endParaRPr lang="en-PH" sz="2000" b="1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5BAEB0E-8A77-054D-60A4-3DDF5E0BBD28}"/>
              </a:ext>
            </a:extLst>
          </p:cNvPr>
          <p:cNvSpPr/>
          <p:nvPr/>
        </p:nvSpPr>
        <p:spPr>
          <a:xfrm>
            <a:off x="801944" y="3597834"/>
            <a:ext cx="1352408" cy="37371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119C75-DB7E-BDB1-7D06-2D4D9929245D}"/>
              </a:ext>
            </a:extLst>
          </p:cNvPr>
          <p:cNvSpPr/>
          <p:nvPr/>
        </p:nvSpPr>
        <p:spPr>
          <a:xfrm>
            <a:off x="795528" y="3933824"/>
            <a:ext cx="10872216" cy="26765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C7FD77E2-6FBB-5C55-C252-7EFD343404C1}"/>
              </a:ext>
            </a:extLst>
          </p:cNvPr>
          <p:cNvSpPr/>
          <p:nvPr/>
        </p:nvSpPr>
        <p:spPr>
          <a:xfrm>
            <a:off x="874776" y="4234242"/>
            <a:ext cx="10669524" cy="207568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b="1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D8EAD0F-31AE-35AD-3261-E0137FF0466B}"/>
              </a:ext>
            </a:extLst>
          </p:cNvPr>
          <p:cNvSpPr/>
          <p:nvPr/>
        </p:nvSpPr>
        <p:spPr>
          <a:xfrm>
            <a:off x="1293752" y="4889084"/>
            <a:ext cx="2082021" cy="2011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Name of Service</a:t>
            </a:r>
            <a:endParaRPr lang="en-PH" sz="1200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4E399AF-84E8-6DAD-69F6-83AF88F08DCB}"/>
              </a:ext>
            </a:extLst>
          </p:cNvPr>
          <p:cNvSpPr/>
          <p:nvPr/>
        </p:nvSpPr>
        <p:spPr>
          <a:xfrm>
            <a:off x="3375773" y="4889084"/>
            <a:ext cx="1733653" cy="2011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Service Category</a:t>
            </a:r>
            <a:endParaRPr lang="en-PH" sz="1200" dirty="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0B8827C-4F53-0B67-DBBE-4262871DC8A4}"/>
              </a:ext>
            </a:extLst>
          </p:cNvPr>
          <p:cNvSpPr/>
          <p:nvPr/>
        </p:nvSpPr>
        <p:spPr>
          <a:xfrm>
            <a:off x="5111448" y="4889084"/>
            <a:ext cx="1973082" cy="2011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Materials</a:t>
            </a:r>
            <a:endParaRPr lang="en-PH" sz="1200" dirty="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611E1B4-E857-1DDD-E4ED-E919D6D6D575}"/>
              </a:ext>
            </a:extLst>
          </p:cNvPr>
          <p:cNvSpPr/>
          <p:nvPr/>
        </p:nvSpPr>
        <p:spPr>
          <a:xfrm>
            <a:off x="7077324" y="4889084"/>
            <a:ext cx="1182850" cy="2011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Duration</a:t>
            </a:r>
            <a:endParaRPr lang="en-PH" sz="1200" dirty="0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4231902-95F2-1834-7352-FB2B43867915}"/>
              </a:ext>
            </a:extLst>
          </p:cNvPr>
          <p:cNvSpPr/>
          <p:nvPr/>
        </p:nvSpPr>
        <p:spPr>
          <a:xfrm>
            <a:off x="1293751" y="5090252"/>
            <a:ext cx="2074814" cy="7453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solidFill>
                <a:schemeClr val="tx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9C4B3A2-CD5B-7C39-9CE5-B8BA45C090B1}"/>
              </a:ext>
            </a:extLst>
          </p:cNvPr>
          <p:cNvSpPr/>
          <p:nvPr/>
        </p:nvSpPr>
        <p:spPr>
          <a:xfrm>
            <a:off x="3362611" y="5090253"/>
            <a:ext cx="1735737" cy="7453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A222BD0-AA51-1E99-057E-D2AA43E0BD92}"/>
              </a:ext>
            </a:extLst>
          </p:cNvPr>
          <p:cNvSpPr/>
          <p:nvPr/>
        </p:nvSpPr>
        <p:spPr>
          <a:xfrm>
            <a:off x="5104242" y="5090253"/>
            <a:ext cx="1959920" cy="7453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solidFill>
                <a:schemeClr val="tx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8062981-130F-52CF-1C05-BAA961E0619F}"/>
              </a:ext>
            </a:extLst>
          </p:cNvPr>
          <p:cNvSpPr/>
          <p:nvPr/>
        </p:nvSpPr>
        <p:spPr>
          <a:xfrm>
            <a:off x="7084530" y="5090253"/>
            <a:ext cx="1182850" cy="7453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solidFill>
                <a:schemeClr val="tx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8C11D14-D50B-7E66-4DE5-12D703A909B4}"/>
              </a:ext>
            </a:extLst>
          </p:cNvPr>
          <p:cNvSpPr/>
          <p:nvPr/>
        </p:nvSpPr>
        <p:spPr>
          <a:xfrm>
            <a:off x="8260174" y="4889084"/>
            <a:ext cx="1251447" cy="2011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Price</a:t>
            </a:r>
            <a:endParaRPr lang="en-PH" sz="1200" dirty="0">
              <a:solidFill>
                <a:schemeClr val="tx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3C8AD4B-50F6-409F-20E0-E75DDDB0EC51}"/>
              </a:ext>
            </a:extLst>
          </p:cNvPr>
          <p:cNvSpPr/>
          <p:nvPr/>
        </p:nvSpPr>
        <p:spPr>
          <a:xfrm>
            <a:off x="8267380" y="5090253"/>
            <a:ext cx="1244241" cy="7453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solidFill>
                <a:schemeClr val="tx1"/>
              </a:solidFill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9766127-98A6-3F2A-3F86-13B0D79A59C2}"/>
              </a:ext>
            </a:extLst>
          </p:cNvPr>
          <p:cNvGrpSpPr/>
          <p:nvPr/>
        </p:nvGrpSpPr>
        <p:grpSpPr>
          <a:xfrm>
            <a:off x="1144787" y="4491441"/>
            <a:ext cx="2594106" cy="277001"/>
            <a:chOff x="1163108" y="3933888"/>
            <a:chExt cx="2072307" cy="174692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DE0935E-683D-1B0C-6F05-2EA96350B7C8}"/>
                </a:ext>
              </a:extLst>
            </p:cNvPr>
            <p:cNvSpPr txBox="1"/>
            <p:nvPr/>
          </p:nvSpPr>
          <p:spPr>
            <a:xfrm>
              <a:off x="1163108" y="3933889"/>
              <a:ext cx="1114908" cy="1746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Client Service ID:</a:t>
              </a:r>
              <a:endParaRPr lang="en-PH" sz="1200" b="1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CE9D6EC-04E9-6492-76BA-B744DAF5E4C5}"/>
                </a:ext>
              </a:extLst>
            </p:cNvPr>
            <p:cNvSpPr txBox="1"/>
            <p:nvPr/>
          </p:nvSpPr>
          <p:spPr>
            <a:xfrm>
              <a:off x="2409197" y="3933888"/>
              <a:ext cx="826218" cy="1746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ID_NUMBER</a:t>
              </a:r>
              <a:endParaRPr lang="en-PH" sz="1200" b="1" dirty="0"/>
            </a:p>
          </p:txBody>
        </p:sp>
      </p:grpSp>
      <p:sp>
        <p:nvSpPr>
          <p:cNvPr id="1025" name="Rectangle 1024">
            <a:extLst>
              <a:ext uri="{FF2B5EF4-FFF2-40B4-BE49-F238E27FC236}">
                <a16:creationId xmlns:a16="http://schemas.microsoft.com/office/drawing/2014/main" id="{8F6970E5-77DD-2BA0-61D2-226695543A3F}"/>
              </a:ext>
            </a:extLst>
          </p:cNvPr>
          <p:cNvSpPr/>
          <p:nvPr/>
        </p:nvSpPr>
        <p:spPr>
          <a:xfrm>
            <a:off x="9511621" y="4889084"/>
            <a:ext cx="1805603" cy="2011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Actions</a:t>
            </a:r>
            <a:endParaRPr lang="en-PH" sz="1200" dirty="0">
              <a:solidFill>
                <a:schemeClr val="tx1"/>
              </a:solidFill>
            </a:endParaRPr>
          </a:p>
        </p:txBody>
      </p: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C850874D-2922-2493-BB43-292CBF367C5F}"/>
              </a:ext>
            </a:extLst>
          </p:cNvPr>
          <p:cNvSpPr/>
          <p:nvPr/>
        </p:nvSpPr>
        <p:spPr>
          <a:xfrm>
            <a:off x="9518826" y="5090253"/>
            <a:ext cx="1798398" cy="7453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>
              <a:solidFill>
                <a:schemeClr val="tx1"/>
              </a:solidFill>
            </a:endParaRP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B16C99A7-7609-2B13-BF8E-F5C05E36744D}"/>
              </a:ext>
            </a:extLst>
          </p:cNvPr>
          <p:cNvSpPr txBox="1"/>
          <p:nvPr/>
        </p:nvSpPr>
        <p:spPr>
          <a:xfrm>
            <a:off x="1157711" y="5923726"/>
            <a:ext cx="11271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TOTAL PRICE:</a:t>
            </a:r>
            <a:endParaRPr lang="en-PH" sz="1200" b="1" dirty="0"/>
          </a:p>
        </p:txBody>
      </p:sp>
      <p:sp>
        <p:nvSpPr>
          <p:cNvPr id="1033" name="TextBox 1032">
            <a:extLst>
              <a:ext uri="{FF2B5EF4-FFF2-40B4-BE49-F238E27FC236}">
                <a16:creationId xmlns:a16="http://schemas.microsoft.com/office/drawing/2014/main" id="{088A95C3-3C0E-AFD5-3474-FD695CDEB946}"/>
              </a:ext>
            </a:extLst>
          </p:cNvPr>
          <p:cNvSpPr txBox="1"/>
          <p:nvPr/>
        </p:nvSpPr>
        <p:spPr>
          <a:xfrm>
            <a:off x="2143936" y="5923727"/>
            <a:ext cx="8931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P 1,000.00</a:t>
            </a:r>
            <a:endParaRPr lang="en-PH" sz="1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917538-E27C-AA20-DF25-604C411D5AD9}"/>
              </a:ext>
            </a:extLst>
          </p:cNvPr>
          <p:cNvSpPr txBox="1"/>
          <p:nvPr/>
        </p:nvSpPr>
        <p:spPr>
          <a:xfrm>
            <a:off x="875096" y="3646189"/>
            <a:ext cx="7864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Services</a:t>
            </a:r>
            <a:endParaRPr lang="en-PH" sz="1200" b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CBB31FF-639C-F780-B148-914D57AB2397}"/>
              </a:ext>
            </a:extLst>
          </p:cNvPr>
          <p:cNvGrpSpPr/>
          <p:nvPr/>
        </p:nvGrpSpPr>
        <p:grpSpPr>
          <a:xfrm>
            <a:off x="9771148" y="4414214"/>
            <a:ext cx="1642963" cy="352048"/>
            <a:chOff x="9247273" y="4357064"/>
            <a:chExt cx="1642963" cy="352048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86B70BFC-E92F-9360-F630-9C1727D66411}"/>
                </a:ext>
              </a:extLst>
            </p:cNvPr>
            <p:cNvSpPr/>
            <p:nvPr/>
          </p:nvSpPr>
          <p:spPr>
            <a:xfrm>
              <a:off x="9247273" y="4357064"/>
              <a:ext cx="1642963" cy="3520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b="1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92940CEF-22EB-558C-D69B-91942299A86F}"/>
                </a:ext>
              </a:extLst>
            </p:cNvPr>
            <p:cNvSpPr txBox="1"/>
            <p:nvPr/>
          </p:nvSpPr>
          <p:spPr>
            <a:xfrm>
              <a:off x="9566938" y="4411133"/>
              <a:ext cx="126348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dirty="0"/>
                <a:t>Add New Service</a:t>
              </a:r>
              <a:endParaRPr lang="en-PH" sz="1100" b="1" dirty="0"/>
            </a:p>
          </p:txBody>
        </p:sp>
        <p:pic>
          <p:nvPicPr>
            <p:cNvPr id="1026" name="Picture 2" descr="Plus - Free interface icons">
              <a:extLst>
                <a:ext uri="{FF2B5EF4-FFF2-40B4-BE49-F238E27FC236}">
                  <a16:creationId xmlns:a16="http://schemas.microsoft.com/office/drawing/2014/main" id="{5FCFE531-FDC7-ACAB-7A32-2F96CD3A37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20289" y="4403438"/>
              <a:ext cx="276999" cy="2769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6F83D58-1610-93CA-0D1E-3E419F344BF3}"/>
              </a:ext>
            </a:extLst>
          </p:cNvPr>
          <p:cNvSpPr txBox="1"/>
          <p:nvPr/>
        </p:nvSpPr>
        <p:spPr>
          <a:xfrm>
            <a:off x="2227504" y="3645116"/>
            <a:ext cx="8417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Materials</a:t>
            </a:r>
            <a:endParaRPr lang="en-PH" sz="12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B5DFC9-6AA6-AB72-5E96-258C20AA3B57}"/>
              </a:ext>
            </a:extLst>
          </p:cNvPr>
          <p:cNvSpPr txBox="1"/>
          <p:nvPr/>
        </p:nvSpPr>
        <p:spPr>
          <a:xfrm>
            <a:off x="3453358" y="3645115"/>
            <a:ext cx="9621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Specialists</a:t>
            </a:r>
            <a:endParaRPr lang="en-PH" sz="1200" b="1" dirty="0"/>
          </a:p>
        </p:txBody>
      </p:sp>
    </p:spTree>
    <p:extLst>
      <p:ext uri="{BB962C8B-B14F-4D97-AF65-F5344CB8AC3E}">
        <p14:creationId xmlns:p14="http://schemas.microsoft.com/office/powerpoint/2010/main" val="2304563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289</TotalTime>
  <Words>120</Words>
  <Application>Microsoft Office PowerPoint</Application>
  <PresentationFormat>Widescreen</PresentationFormat>
  <Paragraphs>59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Rex Bugcalao</dc:creator>
  <cp:lastModifiedBy>Rex Bugcalao</cp:lastModifiedBy>
  <cp:revision>5</cp:revision>
  <dcterms:created xsi:type="dcterms:W3CDTF">2026-02-13T09:07:43Z</dcterms:created>
  <dcterms:modified xsi:type="dcterms:W3CDTF">2026-02-16T07:41:47Z</dcterms:modified>
</cp:coreProperties>
</file>